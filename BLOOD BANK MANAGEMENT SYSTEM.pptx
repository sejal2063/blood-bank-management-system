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4"/>
  </p:sldMasterIdLst>
  <p:notesMasterIdLst>
    <p:notesMasterId r:id="rId27"/>
  </p:notesMasterIdLst>
  <p:sldIdLst>
    <p:sldId id="278" r:id="rId5"/>
    <p:sldId id="294" r:id="rId6"/>
    <p:sldId id="279" r:id="rId7"/>
    <p:sldId id="280" r:id="rId8"/>
    <p:sldId id="295" r:id="rId9"/>
    <p:sldId id="281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5" r:id="rId19"/>
    <p:sldId id="307" r:id="rId20"/>
    <p:sldId id="308" r:id="rId21"/>
    <p:sldId id="309" r:id="rId22"/>
    <p:sldId id="310" r:id="rId23"/>
    <p:sldId id="292" r:id="rId24"/>
    <p:sldId id="311" r:id="rId25"/>
    <p:sldId id="293" r:id="rId2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71" autoAdjust="0"/>
    <p:restoredTop sz="86397" autoAdjust="0"/>
  </p:normalViewPr>
  <p:slideViewPr>
    <p:cSldViewPr snapToGrid="0" snapToObjects="1">
      <p:cViewPr>
        <p:scale>
          <a:sx n="66" d="100"/>
          <a:sy n="66" d="100"/>
        </p:scale>
        <p:origin x="-1282" y="-538"/>
      </p:cViewPr>
      <p:guideLst>
        <p:guide orient="horz" pos="2616"/>
        <p:guide orient="horz" pos="3264"/>
        <p:guide orient="horz" pos="2136"/>
        <p:guide orient="horz" pos="4008"/>
        <p:guide orient="horz" pos="1152"/>
        <p:guide orient="horz" pos="2352"/>
        <p:guide orient="horz" pos="1512"/>
        <p:guide orient="horz" pos="2448"/>
        <p:guide orient="horz" pos="960"/>
        <p:guide/>
        <p:guide pos="456"/>
        <p:guide pos="69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xmlns="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xmlns="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xmlns="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xmlns="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xmlns="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xmlns="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xmlns="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xmlns="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xmlns="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xmlns="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xmlns="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xmlns="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xmlns="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xmlns="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xmlns="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xmlns="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xmlns="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xmlns="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xmlns="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xmlns="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xmlns="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xmlns="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xmlns="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xmlns="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xmlns="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xmlns="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xmlns="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xmlns="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xmlns="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xmlns="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xmlns="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xmlns="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xmlns="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xmlns="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xmlns="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xmlns="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xmlns="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xmlns="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xmlns="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xmlns="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xmlns="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xmlns="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xmlns="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xmlns="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xmlns="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xmlns="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xmlns="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xmlns="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xmlns="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xmlns="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xmlns="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xmlns="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xmlns="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xmlns="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xmlns="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xmlns="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xmlns="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xmlns="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xmlns="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xmlns="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xmlns="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xmlns="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xmlns="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xmlns="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xmlns="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xmlns="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xmlns="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xmlns="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xmlns="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xmlns="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xmlns="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xmlns="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xmlns="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xmlns="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xmlns="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xmlns="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xmlns="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xmlns="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xmlns="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xmlns="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xmlns="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xmlns="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xmlns="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xmlns="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xmlns="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xmlns="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xmlns="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xmlns="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xmlns="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xmlns="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xmlns="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xmlns="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xmlns="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xmlns="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xmlns="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xmlns="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xmlns="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xmlns="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xmlns="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BLOOD BANK MANAGEMENT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on</a:t>
            </a:r>
          </a:p>
          <a:p>
            <a:r>
              <a:rPr lang="en-US" dirty="0"/>
              <a:t>SQL Project</a:t>
            </a:r>
          </a:p>
          <a:p>
            <a:r>
              <a:rPr lang="en-US" dirty="0"/>
              <a:t>Guided by : </a:t>
            </a:r>
            <a:r>
              <a:rPr lang="en-US" dirty="0" smtClean="0"/>
              <a:t>Prasad</a:t>
            </a:r>
            <a:r>
              <a:rPr lang="en-US" baseline="0" dirty="0" smtClean="0"/>
              <a:t> Deshmukh sir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9BD642-5A83-4D5C-9FEF-15AC56C67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Presented by -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6B96B49-0F41-4680-B4A2-51BCB584C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dirty="0" smtClean="0"/>
              <a:t>Sejal</a:t>
            </a:r>
            <a:r>
              <a:rPr lang="en-IN" baseline="0" dirty="0" smtClean="0"/>
              <a:t>  Aware</a:t>
            </a:r>
          </a:p>
          <a:p>
            <a:pPr marL="457200" indent="-457200">
              <a:buAutoNum type="arabicPeriod"/>
            </a:pPr>
            <a:r>
              <a:rPr lang="en-IN" baseline="0" dirty="0" smtClean="0"/>
              <a:t>Prathmesh Pawar</a:t>
            </a:r>
          </a:p>
        </p:txBody>
      </p:sp>
    </p:spTree>
    <p:extLst>
      <p:ext uri="{BB962C8B-B14F-4D97-AF65-F5344CB8AC3E}">
        <p14:creationId xmlns:p14="http://schemas.microsoft.com/office/powerpoint/2010/main" xmlns="" val="293825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776" y="1133856"/>
            <a:ext cx="5693664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AGENDA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696" y="1901952"/>
            <a:ext cx="5693664" cy="3122168"/>
          </a:xfrm>
        </p:spPr>
        <p:txBody>
          <a:bodyPr/>
          <a:lstStyle/>
          <a:p>
            <a:r>
              <a:rPr lang="en-US" dirty="0"/>
              <a:t>Introduction​</a:t>
            </a:r>
          </a:p>
          <a:p>
            <a:r>
              <a:rPr lang="en-US" dirty="0"/>
              <a:t>Primary goals</a:t>
            </a:r>
          </a:p>
          <a:p>
            <a:r>
              <a:rPr lang="en-US" dirty="0"/>
              <a:t>​Purpose and Importance</a:t>
            </a:r>
          </a:p>
          <a:p>
            <a:r>
              <a:rPr lang="en-US" dirty="0"/>
              <a:t>Database Design Diagram</a:t>
            </a:r>
          </a:p>
          <a:p>
            <a:r>
              <a:rPr lang="en-US" dirty="0"/>
              <a:t>​​Operations on Table</a:t>
            </a:r>
          </a:p>
          <a:p>
            <a:r>
              <a:rPr lang="en-US" dirty="0"/>
              <a:t>Business Query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553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blood bank systems plays a crucial role in healthcare by ensuring the availability of safe and compatible blood for transfusions.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serves as a centralized repository for collecting, testing, storing, and distributing blood and blood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blood bank system plays a critical role in ensuring the availability and safety of blood for medical treatments and emergencies.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/>
          <a:lstStyle/>
          <a:p>
            <a:r>
              <a:rPr lang="en-US" dirty="0" smtClean="0"/>
              <a:t>BLOOD BANK </a:t>
            </a:r>
            <a:r>
              <a:rPr lang="en-US" dirty="0" smtClean="0"/>
              <a:t>MANAGEMENT 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="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7962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C3110-6E51-4533-BE28-CCC1D68B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Purpose &amp;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E3E275-46F3-49CF-BE15-518C6D174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purpose of the blood bank system project is to create a comprehensive and efficient system for managing blood donations, storage, and distribution. The objective of the project include: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Implementing an organized and secure storage system for blood units, ensuring their availability when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Streamlining the blood donation process to ensure a steady supply of blood for patients in need.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Faciliting the efficient distribution of blood to hospitals and medical facilities, reducing response time in emergencies.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A8329C6-DC2E-40A6-BD4D-AE908A6B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ADC39A-65E0-41E9-AB02-FE81532894A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BLOOD BANK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572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40" y="2255520"/>
            <a:ext cx="6400800" cy="768096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PRIMARY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3393440"/>
            <a:ext cx="6400800" cy="512064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To Provide the b</a:t>
            </a:r>
            <a:r>
              <a:rPr lang="en-US" dirty="0">
                <a:latin typeface="Sabon Next LT" panose="02000500000000000000" pitchFamily="2" charset="0"/>
                <a:cs typeface="Sabon Next LT" panose="02000500000000000000" pitchFamily="2" charset="0"/>
              </a:rPr>
              <a:t>lood to all the Patients and fulfill the requirements of patient/hospital.</a:t>
            </a:r>
            <a:endParaRPr lang="en-US" sz="2400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29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48D251E-C681-4DC3-951D-337D1CA77E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50"/>
          <a:stretch/>
        </p:blipFill>
        <p:spPr>
          <a:xfrm>
            <a:off x="699247" y="1238291"/>
            <a:ext cx="10667999" cy="5539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CED6B3-568C-4B15-9033-67FBB0A0F58B}"/>
              </a:ext>
            </a:extLst>
          </p:cNvPr>
          <p:cNvSpPr txBox="1"/>
          <p:nvPr/>
        </p:nvSpPr>
        <p:spPr>
          <a:xfrm>
            <a:off x="1999129" y="528917"/>
            <a:ext cx="65442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 Design Diagram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0583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447CBC8-481A-4E3C-A720-88103229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 b="1" dirty="0"/>
              <a:t>BLOOD BANK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33B1F5D-6933-4CEA-98AD-28847991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7ECBE68-0D91-4F2D-9952-ED6E922C3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45" y="941550"/>
            <a:ext cx="8315880" cy="2959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43C39B6-9408-4D7C-B6E9-69721393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20" y="4450080"/>
            <a:ext cx="5875528" cy="1962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361401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F0FE808-96F4-4D67-8C5C-1E1982B9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33" y="182880"/>
            <a:ext cx="3200400" cy="274320"/>
          </a:xfrm>
        </p:spPr>
        <p:txBody>
          <a:bodyPr/>
          <a:lstStyle/>
          <a:p>
            <a:r>
              <a:rPr lang="en-US" sz="2400" b="1" dirty="0"/>
              <a:t>PATIENT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D37381A-DC5E-405E-AAF5-14E89815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8863678-AB11-40E7-B254-B89CED24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33" y="532630"/>
            <a:ext cx="7863840" cy="3727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D6B2176-CD17-406B-8EC1-6250BC0DA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040" y="4260612"/>
            <a:ext cx="4881880" cy="23958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896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8FED815-802C-4E78-A091-0B162FF3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246" y="295835"/>
            <a:ext cx="3122945" cy="435685"/>
          </a:xfrm>
        </p:spPr>
        <p:txBody>
          <a:bodyPr/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8CC2699-DAEF-4837-92DB-D96D2EAA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576B1AF-9EAE-44BC-8C55-AB260638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6" y="731520"/>
            <a:ext cx="6747163" cy="3489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6B20B10-BC94-4B89-A050-3988E85B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168" y="4221190"/>
            <a:ext cx="6931752" cy="23830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570885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E9588FC-B49A-4A5B-B3D7-8F07BB9E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697F439-9DB9-4579-A42D-11ACBABD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6" y="869576"/>
            <a:ext cx="8493483" cy="3440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609E010-88FE-4766-BF06-2D7DB9C9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629" y="3875285"/>
            <a:ext cx="5004488" cy="2738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D12B0FB-3551-4509-8489-F4D291F5928D}"/>
              </a:ext>
            </a:extLst>
          </p:cNvPr>
          <p:cNvSpPr txBox="1"/>
          <p:nvPr/>
        </p:nvSpPr>
        <p:spPr>
          <a:xfrm>
            <a:off x="381576" y="296749"/>
            <a:ext cx="2985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HOSPITAL</a:t>
            </a:r>
          </a:p>
        </p:txBody>
      </p:sp>
    </p:spTree>
    <p:extLst>
      <p:ext uri="{BB962C8B-B14F-4D97-AF65-F5344CB8AC3E}">
        <p14:creationId xmlns:p14="http://schemas.microsoft.com/office/powerpoint/2010/main" xmlns="" val="62162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B5A020B-7572-411F-8B57-3FC2396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8DADD7-478B-4DCF-A2D1-B53E29F9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4" y="1085842"/>
            <a:ext cx="6370693" cy="3760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181E8A-0EAB-416C-A898-CDC8A091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07" y="1915236"/>
            <a:ext cx="3974628" cy="46509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6045B80-9948-4CA5-AAF6-087BE36E097E}"/>
              </a:ext>
            </a:extLst>
          </p:cNvPr>
          <p:cNvSpPr txBox="1"/>
          <p:nvPr/>
        </p:nvSpPr>
        <p:spPr>
          <a:xfrm>
            <a:off x="340659" y="272534"/>
            <a:ext cx="523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BLOOD AVAILABILITY</a:t>
            </a:r>
          </a:p>
        </p:txBody>
      </p:sp>
    </p:spTree>
    <p:extLst>
      <p:ext uri="{BB962C8B-B14F-4D97-AF65-F5344CB8AC3E}">
        <p14:creationId xmlns:p14="http://schemas.microsoft.com/office/powerpoint/2010/main" xmlns="" val="3656857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44E748-CAC9-477D-9101-1C4D9398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QUERIES</a:t>
            </a:r>
          </a:p>
        </p:txBody>
      </p:sp>
    </p:spTree>
    <p:extLst>
      <p:ext uri="{BB962C8B-B14F-4D97-AF65-F5344CB8AC3E}">
        <p14:creationId xmlns:p14="http://schemas.microsoft.com/office/powerpoint/2010/main" xmlns="" val="391621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BCE7A8DE-933E-4F9B-A046-8F593A8E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4194" y="325119"/>
            <a:ext cx="8289126" cy="1308847"/>
          </a:xfrm>
        </p:spPr>
        <p:txBody>
          <a:bodyPr/>
          <a:lstStyle/>
          <a:p>
            <a:r>
              <a:rPr lang="en-US" sz="2400" dirty="0"/>
              <a:t>Display Patient information along with hospital name from where they received blood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5EA4F88-582A-49C1-9C01-0F4EBAAC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41F960B-E7E3-4FF2-9AAC-182F3AE02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461248"/>
            <a:ext cx="5638800" cy="508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74755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DDAF3C2-6AC6-4372-ADF0-63F42D42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551" y="180190"/>
            <a:ext cx="8961480" cy="1102659"/>
          </a:xfrm>
        </p:spPr>
        <p:txBody>
          <a:bodyPr/>
          <a:lstStyle/>
          <a:p>
            <a:r>
              <a:rPr lang="en-US" sz="2400" dirty="0"/>
              <a:t>Retrieve Hospitals with available blood types and quantities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34B0A15-B209-4C34-8D98-6E651131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EF11EF-5F20-40F3-8D85-270B6888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34" y="1341119"/>
            <a:ext cx="9764066" cy="513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1897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6BA57BE-CE69-4032-BB81-0E03751E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1792" y="166743"/>
            <a:ext cx="9202928" cy="1129553"/>
          </a:xfrm>
        </p:spPr>
        <p:txBody>
          <a:bodyPr/>
          <a:lstStyle/>
          <a:p>
            <a:r>
              <a:rPr lang="en-US" sz="2400" dirty="0"/>
              <a:t>Display the blood bank details where O- blood is available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0421AEB-BD30-4E45-9D35-9D79AEEA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CF8A19-04DB-4B8B-B3D5-1DCBB0B9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33" y="1442720"/>
            <a:ext cx="10477135" cy="287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0646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25689B4-8DCF-4DCB-A0FF-5605FAC2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1791" y="457199"/>
            <a:ext cx="9346961" cy="1353671"/>
          </a:xfrm>
        </p:spPr>
        <p:txBody>
          <a:bodyPr/>
          <a:lstStyle/>
          <a:p>
            <a:r>
              <a:rPr lang="en-US" sz="2400" dirty="0"/>
              <a:t>Display the patient names who received blood through the reference of hospital and also print referenced hospital name with its id.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96956CA-8776-41A1-9E5E-7C9A3D91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7F11C56-3AB6-4983-A7A4-3EE0B10A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8" y="2175401"/>
            <a:ext cx="9794159" cy="380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1605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E02AC974-D00A-4B55-814D-268C74D1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311" y="54684"/>
            <a:ext cx="9812529" cy="1353671"/>
          </a:xfrm>
        </p:spPr>
        <p:txBody>
          <a:bodyPr/>
          <a:lstStyle/>
          <a:p>
            <a:r>
              <a:rPr lang="en-US" sz="2400" dirty="0"/>
              <a:t>Display the patient name who received blood from different hospitals.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213BD2C-7E80-46DB-BC8C-07BF83AD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B43B403-55C2-4A7C-9617-17F6A42C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541" y="1408355"/>
            <a:ext cx="6125290" cy="296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1627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31C927A4-636E-42E6-BA17-3BD11F63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6285" y="233081"/>
            <a:ext cx="8531174" cy="1299883"/>
          </a:xfrm>
        </p:spPr>
        <p:txBody>
          <a:bodyPr/>
          <a:lstStyle/>
          <a:p>
            <a:r>
              <a:rPr lang="en-US" sz="2400" dirty="0"/>
              <a:t>Display the details of donor who cannot donate the blood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FD0040D-AABB-4C51-A9C1-51322E1A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445A1D34-82DE-4AB8-BA01-3B5C3E7C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971" y="1685364"/>
            <a:ext cx="9469120" cy="3713380"/>
          </a:xfrm>
          <a:prstGeom prst="rect">
            <a:avLst/>
          </a:prstGeom>
        </p:spPr>
      </p:pic>
      <p:pic>
        <p:nvPicPr>
          <p:cNvPr id="5" name="Picture 4" descr="query6.png"/>
          <p:cNvPicPr>
            <a:picLocks noChangeAspect="1"/>
          </p:cNvPicPr>
          <p:nvPr/>
        </p:nvPicPr>
        <p:blipFill>
          <a:blip r:embed="rId3"/>
          <a:srcRect l="2820"/>
          <a:stretch>
            <a:fillRect/>
          </a:stretch>
        </p:blipFill>
        <p:spPr>
          <a:xfrm>
            <a:off x="1621397" y="1685364"/>
            <a:ext cx="9202051" cy="371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8366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759" y="2837688"/>
            <a:ext cx="6864275" cy="2700528"/>
          </a:xfrm>
        </p:spPr>
        <p:txBody>
          <a:bodyPr/>
          <a:lstStyle/>
          <a:p>
            <a:r>
              <a:rPr lang="en-US" sz="2000" dirty="0"/>
              <a:t>Successfully implemented a BLOOD BANK SYSTEM .</a:t>
            </a:r>
          </a:p>
          <a:p>
            <a:r>
              <a:rPr lang="en-US" sz="2000" dirty="0"/>
              <a:t> To manage blood donations inventory and distribution.</a:t>
            </a:r>
          </a:p>
        </p:txBody>
      </p:sp>
    </p:spTree>
    <p:extLst>
      <p:ext uri="{BB962C8B-B14F-4D97-AF65-F5344CB8AC3E}">
        <p14:creationId xmlns:p14="http://schemas.microsoft.com/office/powerpoint/2010/main" xmlns="" val="94818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29D94-67BF-4D89-A29F-8AAA6B89D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741" y="1804775"/>
            <a:ext cx="6837024" cy="667512"/>
          </a:xfrm>
        </p:spPr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321B559-C7F6-4085-B1C9-B15F956FF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6406358" cy="25319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Enhance the user interface to improve user experience and more intuitive.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Expand the system to improve more comprehensive tracking and reporting capabilities.</a:t>
            </a:r>
          </a:p>
        </p:txBody>
      </p:sp>
    </p:spTree>
    <p:extLst>
      <p:ext uri="{BB962C8B-B14F-4D97-AF65-F5344CB8AC3E}">
        <p14:creationId xmlns:p14="http://schemas.microsoft.com/office/powerpoint/2010/main" xmlns="" val="928275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2883" y="2943292"/>
            <a:ext cx="4169664" cy="66751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eometric color block" id="{8E8E6382-84E0-47AA-A2A2-8ED603AAB26E}" vid="{692203AD-8BB8-47BB-AF1A-2D7F125D9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35FEF8-1733-4347-95CE-3BB62B2B8D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060146-7700-4F6C-986B-89E3839BD4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FC98CF-E78A-425D-90FD-55D1C468A3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{0DB3E105-32BA-4651-AEC8-266E9DC70AE7}tf78438558_win32</Template>
  <TotalTime>0</TotalTime>
  <Words>359</Words>
  <Application>Microsoft Office PowerPoint</Application>
  <PresentationFormat>Custom</PresentationFormat>
  <Paragraphs>65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BLOOD BANK MANAGEMENT  </vt:lpstr>
      <vt:lpstr>Presented by - </vt:lpstr>
      <vt:lpstr>AGENDA</vt:lpstr>
      <vt:lpstr>Introduction</vt:lpstr>
      <vt:lpstr>Purpose &amp; importance</vt:lpstr>
      <vt:lpstr>PRIMARY GOALS</vt:lpstr>
      <vt:lpstr>Slide 7</vt:lpstr>
      <vt:lpstr>Slide 8</vt:lpstr>
      <vt:lpstr>Slide 9</vt:lpstr>
      <vt:lpstr>Slide 10</vt:lpstr>
      <vt:lpstr>Slide 11</vt:lpstr>
      <vt:lpstr>Slide 12</vt:lpstr>
      <vt:lpstr>BUSINESS QUERIES</vt:lpstr>
      <vt:lpstr>Slide 14</vt:lpstr>
      <vt:lpstr>Slide 15</vt:lpstr>
      <vt:lpstr>Slide 16</vt:lpstr>
      <vt:lpstr>Slide 17</vt:lpstr>
      <vt:lpstr>Slide 18</vt:lpstr>
      <vt:lpstr>Slide 19</vt:lpstr>
      <vt:lpstr>ACHIEVEMENTS </vt:lpstr>
      <vt:lpstr>FUTURE IMPROVEMENTS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2024-02-14T02:04:01Z</dcterms:created>
  <dcterms:modified xsi:type="dcterms:W3CDTF">2025-11-27T12:44:29Z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